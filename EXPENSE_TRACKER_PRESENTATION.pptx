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anvitha jayam" userId="cf90613a6d44da01" providerId="LiveId" clId="{CB2A611D-3412-4D76-BFA2-9F283887E86D}"/>
    <pc:docChg chg="modSld">
      <pc:chgData name="shivanvitha jayam" userId="cf90613a6d44da01" providerId="LiveId" clId="{CB2A611D-3412-4D76-BFA2-9F283887E86D}" dt="2025-12-28T18:13:52.330" v="32" actId="20577"/>
      <pc:docMkLst>
        <pc:docMk/>
      </pc:docMkLst>
      <pc:sldChg chg="modSp mod">
        <pc:chgData name="shivanvitha jayam" userId="cf90613a6d44da01" providerId="LiveId" clId="{CB2A611D-3412-4D76-BFA2-9F283887E86D}" dt="2025-12-28T18:13:52.330" v="32" actId="20577"/>
        <pc:sldMkLst>
          <pc:docMk/>
          <pc:sldMk cId="4038661000" sldId="258"/>
        </pc:sldMkLst>
        <pc:spChg chg="mod">
          <ac:chgData name="shivanvitha jayam" userId="cf90613a6d44da01" providerId="LiveId" clId="{CB2A611D-3412-4D76-BFA2-9F283887E86D}" dt="2025-12-28T18:13:52.330" v="32" actId="20577"/>
          <ac:spMkLst>
            <pc:docMk/>
            <pc:sldMk cId="4038661000" sldId="258"/>
            <ac:spMk id="3" creationId="{11825F90-5EE0-28C6-5149-3CE73BD5AF8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9201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514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21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545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906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267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138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788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3964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974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246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99544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684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3621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3628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2297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756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CD53A1-74E6-4D11-8BA3-FCB1856B123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EF080-00A1-40FF-AC92-13121FABCA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4927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ABDE6-6924-F2F5-B050-2A0A3A739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869" y="643095"/>
            <a:ext cx="9907674" cy="1365347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expense TRACKER</a:t>
            </a:r>
            <a:br>
              <a:rPr lang="en-IN" sz="3200" dirty="0"/>
            </a:br>
            <a:br>
              <a:rPr lang="en-IN" sz="3200" dirty="0"/>
            </a:br>
            <a:r>
              <a:rPr lang="en-IN" sz="3200" dirty="0"/>
              <a:t>   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D46101-371B-F8EE-455D-2FC22FD68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0470" y="5034224"/>
            <a:ext cx="5154805" cy="1647930"/>
          </a:xfrm>
        </p:spPr>
        <p:txBody>
          <a:bodyPr>
            <a:normAutofit fontScale="47500" lnSpcReduction="20000"/>
          </a:bodyPr>
          <a:lstStyle/>
          <a:p>
            <a:endParaRPr lang="en-IN" sz="1600" dirty="0"/>
          </a:p>
          <a:p>
            <a:pPr algn="l"/>
            <a:r>
              <a:rPr lang="en-IN" sz="2900" dirty="0"/>
              <a:t>GROUP MEMBERS:</a:t>
            </a:r>
          </a:p>
          <a:p>
            <a:pPr algn="l"/>
            <a:r>
              <a:rPr lang="en-IN" sz="2900" dirty="0"/>
              <a:t>J.S.SHIVANVITHA(1BF24CS127)</a:t>
            </a:r>
          </a:p>
          <a:p>
            <a:pPr algn="l"/>
            <a:r>
              <a:rPr lang="en-IN" sz="2900" dirty="0"/>
              <a:t>KIRTI KUMARI(1BF24CS140)</a:t>
            </a:r>
          </a:p>
          <a:p>
            <a:pPr algn="l"/>
            <a:r>
              <a:rPr lang="en-IN" sz="2900" dirty="0"/>
              <a:t>KAPPALABANDA KEERTHI(1BF24CS133)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A89DF4-4EC6-CDA8-1559-BA982EA7BEB3}"/>
              </a:ext>
            </a:extLst>
          </p:cNvPr>
          <p:cNvSpPr txBox="1"/>
          <p:nvPr/>
        </p:nvSpPr>
        <p:spPr>
          <a:xfrm>
            <a:off x="8410470" y="4849558"/>
            <a:ext cx="3075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GUIDE: MONISHA 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ABDF0-36F4-95F2-A55E-D22EE8398EE4}"/>
              </a:ext>
            </a:extLst>
          </p:cNvPr>
          <p:cNvSpPr txBox="1"/>
          <p:nvPr/>
        </p:nvSpPr>
        <p:spPr>
          <a:xfrm>
            <a:off x="5935226" y="1230868"/>
            <a:ext cx="535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-A java based real-time expense tracking project</a:t>
            </a:r>
          </a:p>
        </p:txBody>
      </p:sp>
      <p:pic>
        <p:nvPicPr>
          <p:cNvPr id="7" name="Picture 6" descr="A person using a computer&#10;&#10;AI-generated content may be incorrect.">
            <a:extLst>
              <a:ext uri="{FF2B5EF4-FFF2-40B4-BE49-F238E27FC236}">
                <a16:creationId xmlns:a16="http://schemas.microsoft.com/office/drawing/2014/main" id="{8B19D69F-B4EA-968E-01D9-A0A266D54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585" y="2179980"/>
            <a:ext cx="5790586" cy="3867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527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7D849-2557-EBBF-3B34-0F4AFE15D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/>
              <a:t>INTRODUCTION AND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9E779-EA30-4C51-D2F2-940ABBE35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PROJECT </a:t>
            </a:r>
            <a:r>
              <a:rPr lang="en-US" dirty="0" err="1">
                <a:effectLst/>
              </a:rPr>
              <a:t>OVERVIEW:The</a:t>
            </a:r>
            <a:r>
              <a:rPr lang="en-US" dirty="0">
                <a:effectLst/>
              </a:rPr>
              <a:t> Expense Tracker is a Java-based application designed to record, categorize, and visualize personal financial transactions using JavaFX for a modern and responsive GUI.</a:t>
            </a:r>
          </a:p>
          <a:p>
            <a:r>
              <a:rPr lang="en-IN" dirty="0">
                <a:effectLst/>
              </a:rPr>
              <a:t>OOP CONCEPTS </a:t>
            </a:r>
            <a:r>
              <a:rPr lang="en-IN" dirty="0" err="1">
                <a:effectLst/>
              </a:rPr>
              <a:t>USED:Implements</a:t>
            </a:r>
            <a:r>
              <a:rPr lang="en-IN" dirty="0">
                <a:effectLst/>
              </a:rPr>
              <a:t> core OOP concepts — Encapsulation for data security, Inheritance for code reuse, Polymorphism for flexible </a:t>
            </a:r>
            <a:r>
              <a:rPr lang="en-IN" dirty="0" err="1">
                <a:effectLst/>
              </a:rPr>
              <a:t>behavior</a:t>
            </a:r>
            <a:r>
              <a:rPr lang="en-IN" dirty="0">
                <a:effectLst/>
              </a:rPr>
              <a:t>, and Abstraction for clean design.</a:t>
            </a:r>
          </a:p>
          <a:p>
            <a:r>
              <a:rPr lang="en-US" dirty="0">
                <a:effectLst/>
              </a:rPr>
              <a:t>KEY </a:t>
            </a:r>
            <a:r>
              <a:rPr lang="en-US" dirty="0" err="1">
                <a:effectLst/>
              </a:rPr>
              <a:t>GOAL:To</a:t>
            </a:r>
            <a:r>
              <a:rPr lang="en-US" dirty="0">
                <a:effectLst/>
              </a:rPr>
              <a:t> create a real-time, user-friendly platform for managing and analyzing expenses without database dependencies, ensuring lightweight and portable operation.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4998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CCCF1-7D1C-1FC3-40B1-C16E46CD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0" dirty="0">
                <a:effectLst/>
              </a:rPr>
              <a:t>Technologies &amp; Tools Used</a:t>
            </a:r>
            <a:br>
              <a:rPr lang="en-IN" b="0" dirty="0">
                <a:effectLst/>
              </a:rPr>
            </a:br>
            <a:br>
              <a:rPr lang="en-IN" b="0" dirty="0">
                <a:effectLst/>
              </a:rPr>
            </a:br>
            <a:r>
              <a:rPr lang="en-US" sz="2200" b="0" dirty="0">
                <a:effectLst/>
              </a:rPr>
              <a:t>Frameworks and Components Behind the Application</a:t>
            </a:r>
            <a:br>
              <a:rPr lang="en-US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794B6-75B4-F64F-38CD-800E2E4B21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effectLst/>
                <a:latin typeface="+mj-lt"/>
              </a:rPr>
              <a:t>Java and JavaFX</a:t>
            </a:r>
            <a:r>
              <a:rPr lang="en-IN" dirty="0">
                <a:effectLst/>
                <a:latin typeface="+mj-lt"/>
              </a:rPr>
              <a:t>:</a:t>
            </a:r>
            <a:r>
              <a:rPr lang="en-US" dirty="0">
                <a:effectLst/>
              </a:rPr>
              <a:t>Core programming language and framework used to build a responsive GUI application supporting charts, forms, and dynamic interactions.</a:t>
            </a:r>
          </a:p>
          <a:p>
            <a:r>
              <a:rPr lang="en-IN" b="1" dirty="0">
                <a:effectLst/>
              </a:rPr>
              <a:t>Scene Builder:</a:t>
            </a:r>
            <a:r>
              <a:rPr lang="en-US" dirty="0">
                <a:effectLst/>
              </a:rPr>
              <a:t>Graphical interface tool for visually designing JavaFX layouts, simplifying the process of arranging controls and styling the UI.</a:t>
            </a:r>
          </a:p>
          <a:p>
            <a:r>
              <a:rPr lang="en-IN" b="1" dirty="0">
                <a:effectLst/>
              </a:rPr>
              <a:t>CSV File Integration:</a:t>
            </a:r>
            <a:r>
              <a:rPr lang="en-US" dirty="0">
                <a:effectLst/>
              </a:rPr>
              <a:t>Used as lightweight data storage for expenses. The system reads, writes, and updates CSV files in real time without external databases.</a:t>
            </a:r>
          </a:p>
          <a:p>
            <a:r>
              <a:rPr lang="en-IN" b="1" dirty="0">
                <a:effectLst/>
              </a:rPr>
              <a:t>JavaFX Scene Chart:</a:t>
            </a:r>
            <a:r>
              <a:rPr lang="en-US" dirty="0">
                <a:effectLst/>
              </a:rPr>
              <a:t>The </a:t>
            </a:r>
            <a:r>
              <a:rPr lang="en-US" dirty="0" err="1">
                <a:effectLst/>
              </a:rPr>
              <a:t>javafx.scene.chart</a:t>
            </a:r>
            <a:r>
              <a:rPr lang="en-US" dirty="0">
                <a:effectLst/>
              </a:rPr>
              <a:t> library enables creation of interactive </a:t>
            </a:r>
            <a:r>
              <a:rPr lang="en-US" dirty="0" err="1">
                <a:effectLst/>
              </a:rPr>
              <a:t>PieCharts</a:t>
            </a:r>
            <a:r>
              <a:rPr lang="en-US" dirty="0">
                <a:effectLst/>
              </a:rPr>
              <a:t> and </a:t>
            </a:r>
            <a:r>
              <a:rPr lang="en-US" dirty="0" err="1">
                <a:effectLst/>
              </a:rPr>
              <a:t>LineCharts</a:t>
            </a:r>
            <a:r>
              <a:rPr lang="en-US" dirty="0">
                <a:effectLst/>
              </a:rPr>
              <a:t> for visual data analysis.</a:t>
            </a:r>
            <a:endParaRPr lang="en-IN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71882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93364-C3C6-C0BE-B3AD-E43698C7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effectLst/>
              </a:rPr>
              <a:t>Main Window &amp; Category Interface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25F90-5EE0-28C6-5149-3CE73BD5A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6733001" cy="3695136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effectLst/>
              </a:rPr>
              <a:t>The main window allows users to input expense details such as amount, category, payment method, and date. It ensures smooth data validation and feedback.</a:t>
            </a:r>
          </a:p>
          <a:p>
            <a:r>
              <a:rPr lang="en-US" dirty="0">
                <a:effectLst/>
              </a:rPr>
              <a:t>Users </a:t>
            </a:r>
            <a:r>
              <a:rPr lang="en-US">
                <a:effectLst/>
              </a:rPr>
              <a:t>can create </a:t>
            </a:r>
            <a:r>
              <a:rPr lang="en-US" dirty="0">
                <a:effectLst/>
              </a:rPr>
              <a:t>or </a:t>
            </a:r>
            <a:r>
              <a:rPr lang="en-US">
                <a:effectLst/>
              </a:rPr>
              <a:t>delete transactions </a:t>
            </a:r>
            <a:r>
              <a:rPr lang="en-US" dirty="0">
                <a:effectLst/>
              </a:rPr>
              <a:t>to organize expenses efficiently. This flexibility helps maintain accurate data segmentation.</a:t>
            </a:r>
          </a:p>
          <a:p>
            <a:r>
              <a:rPr lang="en-US" dirty="0">
                <a:effectLst/>
              </a:rPr>
              <a:t>Buttons, combo boxes, and text fields are linked with JavaFX event handlers to perform instant actions such as record saving and clearing fields.</a:t>
            </a:r>
          </a:p>
          <a:p>
            <a:r>
              <a:rPr lang="en-US" dirty="0">
                <a:effectLst/>
              </a:rPr>
              <a:t>Each transaction triggers a CSV file update to ensure real-time synchronization between GUI and storage.</a:t>
            </a:r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BBB79F-FCCF-9531-9532-121AB1C1F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6796" y="2260879"/>
            <a:ext cx="4320791" cy="326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661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162FC-7F60-7BB4-CAEB-6CFC0AC47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663160"/>
          </a:xfrm>
        </p:spPr>
        <p:txBody>
          <a:bodyPr>
            <a:normAutofit fontScale="90000"/>
          </a:bodyPr>
          <a:lstStyle/>
          <a:p>
            <a:r>
              <a:rPr lang="en-IN" b="0" dirty="0">
                <a:effectLst/>
              </a:rPr>
              <a:t>Dashboards &amp; Visualization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AF644-A046-E38F-63E4-9D9D5E22F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6491840" cy="3695136"/>
          </a:xfrm>
        </p:spPr>
        <p:txBody>
          <a:bodyPr/>
          <a:lstStyle/>
          <a:p>
            <a:r>
              <a:rPr lang="en-US" dirty="0">
                <a:effectLst/>
              </a:rPr>
              <a:t>PIE </a:t>
            </a:r>
            <a:r>
              <a:rPr lang="en-US" dirty="0" err="1">
                <a:effectLst/>
              </a:rPr>
              <a:t>CHARTS:Visualizes</a:t>
            </a:r>
            <a:r>
              <a:rPr lang="en-US" dirty="0">
                <a:effectLst/>
              </a:rPr>
              <a:t> expense distribution across categories, allowing users to instantly identify major spending areas.</a:t>
            </a:r>
          </a:p>
          <a:p>
            <a:r>
              <a:rPr lang="en-US" dirty="0">
                <a:effectLst/>
              </a:rPr>
              <a:t>LINE </a:t>
            </a:r>
            <a:r>
              <a:rPr lang="en-US" dirty="0" err="1">
                <a:effectLst/>
              </a:rPr>
              <a:t>CHARTS:Displays</a:t>
            </a:r>
            <a:r>
              <a:rPr lang="en-US" dirty="0">
                <a:effectLst/>
              </a:rPr>
              <a:t> spending patterns over time, enabling monthly or weekly comparison of expenses and income.</a:t>
            </a:r>
          </a:p>
          <a:p>
            <a:r>
              <a:rPr lang="en-US" dirty="0">
                <a:effectLst/>
              </a:rPr>
              <a:t>DYNAMIC CHARTS </a:t>
            </a:r>
            <a:r>
              <a:rPr lang="en-US" dirty="0" err="1">
                <a:effectLst/>
              </a:rPr>
              <a:t>UPDATE:Charts</a:t>
            </a:r>
            <a:r>
              <a:rPr lang="en-US" dirty="0">
                <a:effectLst/>
              </a:rPr>
              <a:t> refresh automatically as new data is added or categories are modified, ensuring real-time visualization.</a:t>
            </a:r>
          </a:p>
          <a:p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FE1BFD-8AC5-5B56-3862-7B4271282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934" y="1111986"/>
            <a:ext cx="3054309" cy="267286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96229B-2DF0-DA44-FFA6-1DBEA21DC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4934" y="3943632"/>
            <a:ext cx="3054309" cy="267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086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6B1FD-61AB-8B08-A1CD-84E4F1205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effectLst/>
              </a:rPr>
              <a:t>CSV File Handling &amp; Outputs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C5AA0-943F-4F2A-7A7E-27491E534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6642565" cy="3695136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>
                <a:effectLst/>
              </a:rPr>
              <a:t>CSV File Structure:</a:t>
            </a:r>
            <a:r>
              <a:rPr lang="en-US" dirty="0">
                <a:effectLst/>
              </a:rPr>
              <a:t>Stores data fields such as Date, Category, Amount, and Payment Method, allowing easy readability and external use.</a:t>
            </a:r>
          </a:p>
          <a:p>
            <a:r>
              <a:rPr lang="en-IN" b="1" dirty="0">
                <a:effectLst/>
              </a:rPr>
              <a:t>File Operations:</a:t>
            </a:r>
            <a:r>
              <a:rPr lang="en-US" dirty="0">
                <a:effectLst/>
              </a:rPr>
              <a:t>Java file handling ensures smooth reading and writing of transactions with buffered streams and exception handling.</a:t>
            </a:r>
          </a:p>
          <a:p>
            <a:r>
              <a:rPr lang="en-IN" b="1" dirty="0">
                <a:effectLst/>
              </a:rPr>
              <a:t>Data Consistency:</a:t>
            </a:r>
            <a:r>
              <a:rPr lang="en-US" dirty="0">
                <a:effectLst/>
              </a:rPr>
              <a:t>Each operation updates the CSV in real time, maintaining synchronization between UI and storage.</a:t>
            </a:r>
          </a:p>
          <a:p>
            <a:r>
              <a:rPr lang="en-IN" b="1" dirty="0">
                <a:effectLst/>
              </a:rPr>
              <a:t>Output Verification:</a:t>
            </a:r>
            <a:r>
              <a:rPr lang="en-US" dirty="0">
                <a:effectLst/>
              </a:rPr>
              <a:t>CSV outputs can be opened in Excel or text editors for validation and reporting.</a:t>
            </a:r>
            <a:endParaRPr lang="en-IN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1A47AD-2B30-8576-3E6B-C2C845F676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6360" y="1952776"/>
            <a:ext cx="3763851" cy="429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588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A7150-964D-F080-CD92-4206D71DC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0" dirty="0">
                <a:effectLst/>
              </a:rPr>
              <a:t>Challenges, Conclusion &amp; References</a:t>
            </a:r>
            <a:br>
              <a:rPr lang="en-IN" b="0" dirty="0">
                <a:effectLst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9362C-2DA0-9A9D-212F-4EBD087B9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>
                <a:effectLst/>
              </a:rPr>
              <a:t>Challenges </a:t>
            </a:r>
            <a:r>
              <a:rPr lang="en-IN" b="1" dirty="0" err="1">
                <a:effectLst/>
              </a:rPr>
              <a:t>Faced:</a:t>
            </a:r>
            <a:r>
              <a:rPr lang="en-IN" dirty="0" err="1">
                <a:effectLst/>
              </a:rPr>
              <a:t>Overcoming</a:t>
            </a:r>
            <a:r>
              <a:rPr lang="en-IN" dirty="0">
                <a:effectLst/>
              </a:rPr>
              <a:t> UI responsiveness issues, ensuring CSV synchronization, and handling chart refresh operations using JavaFX event loops.</a:t>
            </a:r>
          </a:p>
          <a:p>
            <a:r>
              <a:rPr lang="en-IN" b="1" dirty="0">
                <a:effectLst/>
              </a:rPr>
              <a:t>Key Learnings:</a:t>
            </a:r>
            <a:r>
              <a:rPr lang="en-US" dirty="0">
                <a:effectLst/>
              </a:rPr>
              <a:t>Enhanced understanding of JavaFX, event-driven programming, OOP principles, and data persistence using file I/O.</a:t>
            </a:r>
          </a:p>
          <a:p>
            <a:r>
              <a:rPr lang="en-IN" b="1" dirty="0">
                <a:effectLst/>
              </a:rPr>
              <a:t>Acknowledgment:</a:t>
            </a:r>
            <a:r>
              <a:rPr lang="en-US" dirty="0">
                <a:effectLst/>
              </a:rPr>
              <a:t>Project successfully completed under the guidance of Monisha H.M. with teamwork and iterative improvement.</a:t>
            </a:r>
          </a:p>
          <a:p>
            <a:r>
              <a:rPr lang="en-US" b="1" dirty="0">
                <a:effectLst/>
              </a:rPr>
              <a:t>References:</a:t>
            </a:r>
            <a:r>
              <a:rPr lang="en-IN" dirty="0">
                <a:effectLst/>
              </a:rPr>
              <a:t>GitHub Repository: </a:t>
            </a:r>
            <a:r>
              <a:rPr lang="en-IN" dirty="0" err="1">
                <a:effectLst/>
              </a:rPr>
              <a:t>shivanvithajayam</a:t>
            </a:r>
            <a:r>
              <a:rPr lang="en-IN" dirty="0">
                <a:effectLst/>
              </a:rPr>
              <a:t>/</a:t>
            </a:r>
            <a:r>
              <a:rPr lang="en-IN" dirty="0" err="1">
                <a:effectLst/>
              </a:rPr>
              <a:t>ExpenseTracker</a:t>
            </a:r>
            <a:r>
              <a:rPr lang="en-IN" dirty="0">
                <a:effectLst/>
              </a:rPr>
              <a:t> , JavaFX Docs , Oracle Java Tutorials</a:t>
            </a:r>
            <a:endParaRPr lang="en-IN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670478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88</TotalTime>
  <Words>572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Bookman Old Style</vt:lpstr>
      <vt:lpstr>Rockwell</vt:lpstr>
      <vt:lpstr>Damask</vt:lpstr>
      <vt:lpstr>expense TRACKER      </vt:lpstr>
      <vt:lpstr>INTRODUCTION AND OVERVIEW</vt:lpstr>
      <vt:lpstr>Technologies &amp; Tools Used  Frameworks and Components Behind the Application </vt:lpstr>
      <vt:lpstr>Main Window &amp; Category Interface </vt:lpstr>
      <vt:lpstr>Dashboards &amp; Visualization </vt:lpstr>
      <vt:lpstr>CSV File Handling &amp; Outputs </vt:lpstr>
      <vt:lpstr>Challenges, Conclusion &amp; 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shivanvitha jayam</dc:creator>
  <cp:lastModifiedBy>shivanvitha jayam</cp:lastModifiedBy>
  <cp:revision>1</cp:revision>
  <dcterms:created xsi:type="dcterms:W3CDTF">2025-12-27T16:18:06Z</dcterms:created>
  <dcterms:modified xsi:type="dcterms:W3CDTF">2025-12-29T10:49:11Z</dcterms:modified>
</cp:coreProperties>
</file>